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same flag is checked in the browser (to show or hide the form section) and on the server when a dataset is saved, so an allowlist applies to both. With the flag off, a save keeps whatever contracts the dataset already has, so hiding the section never wipes existing agreements.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3 detail: the flag must carry the label the organisation's dataset service reads (its AppConfigurationServiceOptions__Label app setting, the organisation instance name, e.g. catalogdevkaho). A flag with the wrong label is invisible. Step 4: emails must match the sign-in email exactly (case-sensitive). Step 5: GET /api/v1/features/me should return "Ui.Dcc.Authoring": true for a listed tester.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Unlocking a staging or production store goes through the release lock/unlock pipeline, which also silences monitoring alerts until the store is locked again, so re-lock straight after changing the flag.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Contracts &amp; Controls: controlled rollout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feature flag (Ui.Dcc.Authoring) releases Dataset Contracts &amp; Controls to selected testers in the shared environment, with no redeploy.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9776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801368"/>
            <a:ext cx="502920" cy="502920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1932127"/>
            <a:ext cx="241402" cy="24140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371600" y="180136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 ON: allowlisted testers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468880"/>
            <a:ext cx="3520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"Workspace Access Contracts &amp; Controls" section when creating or editing a dataset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add Data Use Agreements and an airlock reviewer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709160" y="1600200"/>
            <a:ext cx="39776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983480" y="1801368"/>
            <a:ext cx="502920" cy="502920"/>
          </a:xfrm>
          <a:prstGeom prst="ellipse">
            <a:avLst/>
          </a:prstGeom>
          <a:solidFill>
            <a:srgbClr val="5B6B73"/>
          </a:solidFill>
          <a:ln w="12700">
            <a:solidFill>
              <a:srgbClr val="5B6B73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239" y="1932127"/>
            <a:ext cx="241402" cy="241402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623560" y="180136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Flag OFF: everyone else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4983480" y="2468880"/>
            <a:ext cx="35204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section is hidden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already on a dataset are kept when it is saved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Contracts cannot be set through the API either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dataset authoring is gated. Workspace-side checks (DUA acceptance, airlock review) keep working for datasets that already have contracts.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Enabling it in the shared test environment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280160" y="1554480"/>
            <a:ext cx="6583680" cy="0"/>
          </a:xfrm>
          <a:prstGeom prst="line">
            <a:avLst/>
          </a:prstGeom>
          <a:noFill/>
          <a:ln w="25400">
            <a:solidFill>
              <a:srgbClr val="B9D3D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0120" y="1234440"/>
            <a:ext cx="640080" cy="64008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6541" y="14008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45720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Deploy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23774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the flag-aware build to the shared environment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2606040" y="1234440"/>
            <a:ext cx="640080" cy="64008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461" y="1400861"/>
            <a:ext cx="307238" cy="30723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10312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Get access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2194560" y="23774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the team "App Configuration Data Owner" on the environment's store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251960" y="1234440"/>
            <a:ext cx="640080" cy="64008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8381" y="1400861"/>
            <a:ext cx="307238" cy="30723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374904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Create the flag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3840480" y="23774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Ui.Dcc.Authoring with the organisation's label, initially off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897880" y="1234440"/>
            <a:ext cx="640080" cy="64008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64301" y="1400861"/>
            <a:ext cx="307238" cy="30723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539496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Add testers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5486400" y="23774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Targeting filter with the testers' sign-in emails, then enable it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7543800" y="1234440"/>
            <a:ext cx="640080" cy="64008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10221" y="1400861"/>
            <a:ext cx="307238" cy="30723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7040880" y="20116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Verify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7132320" y="2377440"/>
            <a:ext cx="1463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Testers see the section and others don't, within about 30 seconds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6F0F2"/>
          </a:solidFill>
          <a:ln w="12700">
            <a:solidFill>
              <a:srgbClr val="E6F0F2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85800" y="3977640"/>
            <a:ext cx="502920" cy="502920"/>
          </a:xfrm>
          <a:prstGeom prst="ellipse">
            <a:avLst/>
          </a:prstGeom>
          <a:solidFill>
            <a:srgbClr val="E09F3E"/>
          </a:solidFill>
          <a:ln w="12700">
            <a:solidFill>
              <a:srgbClr val="E09F3E"/>
            </a:solidFill>
            <a:prstDash val="solid"/>
          </a:ln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6559" y="4108399"/>
            <a:ext cx="241402" cy="241402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1371600" y="3931920"/>
            <a:ext cx="7132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redeploy to turn it on or off. </a:t>
            </a:r>
            <a:pPr indent="0" marL="0">
              <a:buNone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Changes apply within about 30 seconds, and without the flag the feature stays hidden (safe by default).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4C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Rolling out further, then retiring the flag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77640" cy="2743200"/>
          </a:xfrm>
          <a:prstGeom prst="roundRect">
            <a:avLst>
              <a:gd name="adj" fmla="val 2667"/>
            </a:avLst>
          </a:prstGeom>
          <a:solidFill>
            <a:srgbClr val="E6F0F2"/>
          </a:solidFill>
          <a:ln w="12700">
            <a:solidFill>
              <a:srgbClr val="E6F0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1417320"/>
            <a:ext cx="548640" cy="54864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4166" y="1559966"/>
            <a:ext cx="263347" cy="26334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417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Other environments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2194560"/>
            <a:ext cx="3474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flag is created separately in each environment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Staging and production stores are locked outside deployments: unlocked briefly to change the flag, then locked again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environment without the flag keeps the feature hidden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709160" y="1188720"/>
            <a:ext cx="3977640" cy="2743200"/>
          </a:xfrm>
          <a:prstGeom prst="roundRect">
            <a:avLst>
              <a:gd name="adj" fmla="val 2667"/>
            </a:avLst>
          </a:prstGeom>
          <a:solidFill>
            <a:srgbClr val="E6F0F2"/>
          </a:solidFill>
          <a:ln w="12700">
            <a:solidFill>
              <a:srgbClr val="E6F0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83480" y="1417320"/>
            <a:ext cx="548640" cy="548640"/>
          </a:xfrm>
          <a:prstGeom prst="ellipse">
            <a:avLst/>
          </a:prstGeom>
          <a:solidFill>
            <a:srgbClr val="0F4C5C"/>
          </a:solidFill>
          <a:ln w="12700">
            <a:solidFill>
              <a:srgbClr val="0F4C5C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126" y="1559966"/>
            <a:ext cx="263347" cy="26334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669280" y="14173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2A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Retiring the flag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4983480" y="2194560"/>
            <a:ext cx="34747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feature is live everywhere, remove the flag checks from the code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the flag from every environment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F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platform free of stale switches</a:t>
            </a:r>
            <a:endParaRPr lang="en-US" sz="1300" dirty="0"/>
          </a:p>
        </p:txBody>
      </p:sp>
      <p:sp>
        <p:nvSpPr>
          <p:cNvPr id="13" name="Text 9"/>
          <p:cNvSpPr txBox="1"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 are meant to be short-lived: cleaning up is part of rolling the feature out to everyone.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Dataset Contracts &amp; Controls - Controlled Rollout</dc:title>
  <dc:subject>PptxGenJS Presentation</dc:subject>
  <dc:creator>PptxGenJS</dc:creator>
  <cp:lastModifiedBy>PptxGenJS</cp:lastModifiedBy>
  <cp:revision>1</cp:revision>
  <dcterms:created xsi:type="dcterms:W3CDTF">2026-09-25T19:29:50Z</dcterms:created>
  <dcterms:modified xsi:type="dcterms:W3CDTF">2026-09-25T19:29:50Z</dcterms:modified>
</cp:coreProperties>
</file>